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M Sans Medium"/>
      <p:regular r:id="rId17"/>
    </p:embeddedFont>
    <p:embeddedFont>
      <p:font typeface="DM Sans Medium"/>
      <p:regular r:id="rId18"/>
    </p:embeddedFont>
    <p:embeddedFont>
      <p:font typeface="DM Sans Medium"/>
      <p:regular r:id="rId19"/>
    </p:embeddedFont>
    <p:embeddedFont>
      <p:font typeface="DM Sans Medium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7242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Решения для офлайн-бизнеса: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Увеличение прибыли и лояльности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3924"/>
            <a:ext cx="618398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Проблемы офлайн-бизнеса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934528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16134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770" y="2310170"/>
            <a:ext cx="306110" cy="382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068598"/>
            <a:ext cx="390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Нет прямого канала продаж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559016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Посты и сторис не гарантируют визиты клиентов.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34528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16134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528" y="2310170"/>
            <a:ext cx="306110" cy="3826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068598"/>
            <a:ext cx="34509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Сложности с атрибуцией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559016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Невозможно посчитать ROI акций и скидок до кассы.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73844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496526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0" y="5114092"/>
            <a:ext cx="306110" cy="3826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872520"/>
            <a:ext cx="41202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Дорогое удержание клиентов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36293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Рассылки без сегментации, внедрение CRM/приложений долго и сложно.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73844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4C5052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496526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528" y="5114092"/>
            <a:ext cx="306110" cy="3826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872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Потеря маржи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36293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Купонные агрегаторы съедают прибыль и не дают базу клиентов.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52" y="566857"/>
            <a:ext cx="7955042" cy="514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Наше решение: Как мы это исправляем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52" y="1492329"/>
            <a:ext cx="1028343" cy="12340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53816" y="1697950"/>
            <a:ext cx="2807613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DM → Wallet → Redeem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953816" y="2142530"/>
            <a:ext cx="1195673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Instagram в Google Wallet в 1 клик, с гео-пушами и погашением купонов.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52" y="2726412"/>
            <a:ext cx="1028343" cy="1234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53816" y="2932033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Омниканальность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953816" y="3376613"/>
            <a:ext cx="1195673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WA/SMS/Email/IG DM с "каскадом" и тихими часами.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52" y="3960495"/>
            <a:ext cx="1028343" cy="1234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53816" y="4166116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ИИ-советчик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953816" y="4610695"/>
            <a:ext cx="1195673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Анализирует метрики, предлагает сценарии, создает черновики.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52" y="5194578"/>
            <a:ext cx="1028343" cy="12340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53816" y="5400199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Единая атрибуция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953816" y="5844778"/>
            <a:ext cx="1195673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выдачи до погашения, для точного расчета вклада кампаний.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52" y="6428661"/>
            <a:ext cx="1028343" cy="12340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53816" y="6634282"/>
            <a:ext cx="397811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Без приложения и регистрации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1953816" y="7078861"/>
            <a:ext cx="1195673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Минимальное трение для клиента.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331" y="581739"/>
            <a:ext cx="8131493" cy="528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Ценность для бизнеса: Быстрый расчет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40331" y="1538883"/>
            <a:ext cx="6316861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средний чек 4 000₸, себестоимость 35%, скидка 15% (≈600₸).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0331" y="2406253"/>
            <a:ext cx="631686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Маржа визита со скидкой: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≈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2 000₸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0331" y="2935129"/>
            <a:ext cx="6316861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400 погашениях/мес и инкрементальности 35% → </a:t>
            </a:r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+140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доп. визитов = </a:t>
            </a:r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+280 000₸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валовой прибыли.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0828" y="1586389"/>
            <a:ext cx="6316861" cy="63168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2313"/>
            <a:ext cx="670214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Расчет прибыли: Детализация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332917"/>
            <a:ext cx="13042821" cy="1966198"/>
          </a:xfrm>
          <a:prstGeom prst="roundRect">
            <a:avLst>
              <a:gd name="adj" fmla="val 173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34053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348424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Потери на «и так пришли»: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5824" y="348424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156 000₸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(260 × 600)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99085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224" y="413456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 платформы (SaaS+каналы):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5824" y="413456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50 000₸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64117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224" y="478488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Чистый прирост (Net-uplift):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478488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+74 000₸/мес.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5542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Формула: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Net = (Redeems×Inc×2 000) − (Redeems×(1−Inc)×600) − (SaaS+usage)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0220"/>
            <a:ext cx="986706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Наша бизнес-модель: Как мы зарабатываем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780824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78082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038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SaaS-подписка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28536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 29k₸ / Growth 49k₸ / Pro 79k₸ в месяц.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780824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78082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038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Usage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52853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Плата за сообщения (WA/SMS/Email) по факту + небольшая комиссия.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738449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738449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995743"/>
            <a:ext cx="35152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Дополнительные доходы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486162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NFC-стикеры/постеры, Wi-Fi-портал, креативы/настройка.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738449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738449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995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Success fee (опция)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486162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подтвержденные погашения в крупных пилотах.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00920"/>
            <a:ext cx="791575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Итог: Выгоды для бизнеса и для нас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64986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Для бизнеса: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3019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Измеримый прирост повторных визитов.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441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Увеличение чистой прибыли.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863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необходимости в собственном приложении.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64986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Для нас: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430196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Предсказуемый MRR (ежемесячный повторяющийся доход).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1070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Доходы от Usage (использования).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8338"/>
            <a:ext cx="811196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DM → Wallet → Redeem: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Путь клиента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9589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13986"/>
            <a:ext cx="6407944" cy="3048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488293"/>
            <a:ext cx="4341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1. Комментарий/DM в Instagram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97871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Начало взаимодействия с клиентом.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9589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313986"/>
            <a:ext cx="6408063" cy="3048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488293"/>
            <a:ext cx="43532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2. Карта в Google Wallet в 1 клик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97871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Мгновенное добавление карты лояльности.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7384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093494"/>
            <a:ext cx="6407944" cy="3048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267801"/>
            <a:ext cx="31312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3. Нативные гео-пуши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758220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Уведомления "рядом/истекает" для стимуляции визита.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7384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093494"/>
            <a:ext cx="6408063" cy="3048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267801"/>
            <a:ext cx="29395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4. Погашение купона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758220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Завершение цикла и фиксация визита.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331" y="581739"/>
            <a:ext cx="8558451" cy="528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ИИ-советчик:</a:t>
            </a:r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Умные сценарии для роста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331" y="1586389"/>
            <a:ext cx="6316861" cy="63168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0828" y="1538883"/>
            <a:ext cx="631686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Видит метрики в реальном времени.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580828" y="1951315"/>
            <a:ext cx="6316861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Предлагает оптимальные сценарии (Power-Hour, A/B-тесты).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580828" y="2702242"/>
            <a:ext cx="631686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Автоматически создает черновики рассылок и офферов.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580828" y="3114675"/>
            <a:ext cx="6316861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Оптимизирует кампании для максимальной эффективности.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3923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Будущее офлайн-бизнеса: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Измеримый рост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620351" y="4083487"/>
            <a:ext cx="721625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предлагаем решение, которое обеспечивает измеримый прирост повторных визитов и чистой прибыли для офлайн-бизнеса, минимизируя затраты и упрощая взаимодействие с клиентами.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28336"/>
            <a:ext cx="30480" cy="1961912"/>
          </a:xfrm>
          <a:prstGeom prst="rect">
            <a:avLst/>
          </a:prstGeom>
          <a:solidFill>
            <a:srgbClr val="AC9EF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2025-08-19T12:22:44Z</dcterms:created>
  <dcterms:modified xsi:type="dcterms:W3CDTF">2025-08-19T12:22:44Z</dcterms:modified>
</cp:coreProperties>
</file>